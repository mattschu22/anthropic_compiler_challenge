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4"/>
    <p:restoredTop sz="94626"/>
  </p:normalViewPr>
  <p:slideViewPr>
    <p:cSldViewPr snapToGrid="0">
      <p:cViewPr>
        <p:scale>
          <a:sx n="50" d="100"/>
          <a:sy n="50" d="100"/>
        </p:scale>
        <p:origin x="992" y="1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53963B-C326-491B-85E9-84E22B8A552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Profiler-Guided Compiler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A333AE-BBE7-4B8D-97AF-2B367C0E3D17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Anthropic compiler performance take-home: from scalar tree traversal to scheduled VLIW/SIMD kernel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0695C-A961-47BA-89E7-B966A613C7D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Project result: 147,734 cycles to 1,184 cycles on the fixed grader workload.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69496-DAC1-431E-ABBC-E6D345EDAFEF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Final speedup: approximately 124.8x over the supplied baseline.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39A1D-E7E0-4CD3-9971-7C7248F14B8D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presentation is trace-backed: every major optimization is tied to what the profiler showed.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0102E-A912-45F3-9F88-367E2FAEBC18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hero metric visual with large 147,734 cycles -&gt; 1,184 cycles arrow, 124.8x speedup callout, and a tiny 10-rung ladder sparkline.]</a:t>
            </a:r>
          </a:p>
        </p:txBody>
      </p:sp>
    </p:spTree>
    <p:extLst>
      <p:ext uri="{BB962C8B-B14F-4D97-AF65-F5344CB8AC3E}">
        <p14:creationId xmlns:p14="http://schemas.microsoft.com/office/powerpoint/2010/main" val="159146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C4A992-CD49-4CA8-B5C3-36550D93A28E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Problem Description: Batched Binary Tree Traversal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EC05D-B967-4069-BA3D-9BAE1EA8166D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Each input repeatedly walks a perfect binary tree and updates its value through a hash pipeline.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0357C-5FDB-4D1B-B1B0-C583F303B03E}"/>
              </a:ext>
            </a:extLst>
          </p:cNvPr>
          <p:cNvSpPr>
            <a:spLocks noGrp="1"/>
          </p:cNvSpPr>
          <p:nvPr/>
        </p:nvSpPr>
        <p:spPr>
          <a:xfrm>
            <a:off x="666750" y="22764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Workload constants: </a:t>
            </a:r>
            <a:r>
              <a:rPr sz="1200" b="0" dirty="0" err="1">
                <a:solidFill>
                  <a:srgbClr val="000000"/>
                </a:solidFill>
                <a:latin typeface="Aptos"/>
                <a:ea typeface="Aptos"/>
                <a:cs typeface="Aptos"/>
              </a:rPr>
              <a:t>forest_height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= 10, rounds = 16, </a:t>
            </a:r>
            <a:r>
              <a:rPr sz="1200" b="0" dirty="0" err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batch_size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= 256.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2EBC1-B489-4B0A-AEAB-A97747939B51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A perfect binary tree of height 10 has 2,047 nodes.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0004B-4322-4151-B91F-BA27F104F2CB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Each input maintains a current value and a current tree index.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1797B-4970-49EF-AAFD-3CE56F0D802E}"/>
              </a:ext>
            </a:extLst>
          </p:cNvPr>
          <p:cNvSpPr>
            <a:spLocks noGrp="1"/>
          </p:cNvSpPr>
          <p:nvPr/>
        </p:nvSpPr>
        <p:spPr>
          <a:xfrm>
            <a:off x="666750" y="32480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One round: read current index, read tree node value, compute myhash(input_value ^ node_value), choose left or right child from hash parity, then update value and index.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34EC9F-07E8-46D0-9EC9-F4EEDCC72690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depth sequence is deterministic: 0,1,2,3,4,5,6,7,8,9,10,0,1,2,3,4.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B7C26-CE89-493C-85F5-0720D0DAC652}"/>
              </a:ext>
            </a:extLst>
          </p:cNvPr>
          <p:cNvSpPr>
            <a:spLocks noGrp="1"/>
          </p:cNvSpPr>
          <p:nvPr/>
        </p:nvSpPr>
        <p:spPr>
          <a:xfrm>
            <a:off x="666750" y="38957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Correctness target: final values must match the reference implementation.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758838-D93E-4FBA-B2F5-FB3660D3DC92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clean concept diagram with depth-10 binary tree on left, one highlighted input path, and one-round dataflow on right: value + index -&gt; node lookup -&gt; hash -&gt; branch bit -&gt; next index/value.]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0A5373-5B52-8BDD-9528-CABFD24BA6C0}"/>
              </a:ext>
            </a:extLst>
          </p:cNvPr>
          <p:cNvSpPr>
            <a:spLocks noGrp="1"/>
          </p:cNvSpPr>
          <p:nvPr/>
        </p:nvSpPr>
        <p:spPr>
          <a:xfrm>
            <a:off x="666750" y="1590675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take-home asks candidates to</a:t>
            </a:r>
            <a:r>
              <a:rPr lang="en-US"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minimize cycle count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for a fixed workload.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FEA19-6EDC-7D52-CBD5-4E05519BAFE3}"/>
              </a:ext>
            </a:extLst>
          </p:cNvPr>
          <p:cNvSpPr>
            <a:spLocks noGrp="1"/>
          </p:cNvSpPr>
          <p:nvPr/>
        </p:nvSpPr>
        <p:spPr>
          <a:xfrm>
            <a:off x="666750" y="4391025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</a:t>
            </a:r>
            <a:r>
              <a:rPr lang="en-US"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Strategy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: remove unnecessary work, specialize the workload, exploit SIMD, reduce memory pressure, expose independent work, and schedule </a:t>
            </a:r>
            <a:r>
              <a:rPr lang="en-US"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aggressively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90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2A08B6-0F3F-44E6-B027-0A883B9AA170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Machine Model And Perfetto Tooling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E89AB-727A-45BF-8ECB-BC1DD36A32D8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simulator behaves like a restricted VLIW/SIMD machine with separate execution engines.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6820F-7D99-438B-933F-D46D4672EA6D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VLIW means multiple independent operations can issue in the same cycle if their engines have open slots.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49D43-D4E2-49FF-996A-E517A324B3E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SIMD means one vector instruction applies the same operation across multiple lanes; here the vector width is 8.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4399C5-6F77-4018-B7FE-66655B7F7F44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Engine slot limits per cycle: alu = 12, valu = 6, load = 2, store = 2, flow = 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5FAC3-FCCB-4825-B3C8-9DABAB64B39A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alu handles scalar arithmetic, comparisons, and address math.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9A94B-78E5-4412-AEA8-9B820181EE98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valu handles vector arithmetic across eight lanes.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681E9-A8B4-45DD-A060-5141703AEC45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load/store handle memory reads and writes; flow handles control operations.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7D218-D9E7-4105-8AB7-900F2C529839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VLIW/SIMD machine model with one issue-packet row: 12 ALU slots, 6 VALU slots, 2 LOAD, 2 STORE, 1 FLOW; small legend explaining that Perfetto is supporting evidence.]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07B6C0-DAE2-9631-2467-084009C55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58831"/>
            <a:ext cx="5525076" cy="256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7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B512B1-9499-4F1F-9B16-FF4AED22B90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Optimization Roadmap: Cumulative Checkpoints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E6D917-2973-436B-8E02-8136211FA363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These are cumulative checkpoints, not independent ablations.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36BBC-D584-4029-90F2-6A34612C565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0 Baseline: 147,734 cycles.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377285-3384-41FC-B9C3-A101602ADB72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1 Remove index bookkeeping: 114,868 cycles.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A5F53-02B6-4F20-A0DB-266818021C3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2 Specialized fixed layout: 110,898 cycles.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DA1C5-F3D1-4EF5-80D4-77B834154D35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3 Round unrolling: 97,040 cycles.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03663-D8B7-44C9-9928-E285EC34CC6A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4 Vectorization: 12,285 cycles.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14636D-5E7D-4B6D-8854-7D6C730542D6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5 Tree caching: 11,856 cycles.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F1C2C-4286-4868-A9A8-06650D0B638E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6 Streaming value I/O: 11,825 cycles.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647D18-DE22-422D-BFE5-9F35B4B68905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7 Temporary banks: 8,884 cycles.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04152C-180E-4FAA-AB5F-BBA0D518ACCD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8 VLIW scheduling: 1,291 cycles.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BB3DA-7F7B-4E76-BABA-6035F0BD466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9 Final refinements: 1,184 cycles.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6B5FD-3C6E-4E9C-B956-C9CBABD09B2E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Codebase image: use optimization_ladder/results/charts/optimization_ladder.svg, the 10-rung line chart grouped into phases: remove work, specialize, vectorize/memory, expose work, schedule machine.]</a:t>
            </a:r>
          </a:p>
        </p:txBody>
      </p:sp>
      <p:pic>
        <p:nvPicPr>
          <p:cNvPr id="16" name="Picture 15" descr="A graph with blue lines and white text&#10;&#10;Description automatically generated">
            <a:extLst>
              <a:ext uri="{FF2B5EF4-FFF2-40B4-BE49-F238E27FC236}">
                <a16:creationId xmlns:a16="http://schemas.microsoft.com/office/drawing/2014/main" id="{4C1C5CA4-8634-D418-BECF-DCA643C3D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38" y="962025"/>
            <a:ext cx="5003799" cy="281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1194B2-AD1E-4A19-AD38-97103C62D62F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 0: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3E200E-60DC-455C-A012-32A7C4E6045C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147,734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8C21AD-EE75-4A92-B7C4-CEB9729983E3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starting point does correct work, but leaves most available machine capacity unused.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7810F-F1D2-4D8A-9F53-8E8D6C295B5D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trace shows 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entirely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scalar-style execution.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5451F1-74C8-4EA1-BB3F-5878483EE44E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Vector lanes are largely unused.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DE38A9-BC60-47B0-979E-8CAAE72CD1D1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Index state repeatedly moves through memory even though it is only needed to choose future nodes.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B26C2-6A62-4452-9B06-7FCC27DA45CE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Loop/control overhead and address recomputation occur before useful tree-walk work.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61F9A-3556-40A1-9FFB-3D23851D9F94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Codebase image + PowerPoint callouts: use trace_visuals/00_baseline.svg, then annotate scalar lane activity, idle VALU capacity, index memory traffic, and dependency/control bubbles. This is the main trace-reading teaching slide.]</a:t>
            </a:r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981C432-8A34-DBB4-1722-4D0E15BD2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138" y="3669927"/>
            <a:ext cx="5985062" cy="26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F2CFD1-80B5-42E2-A777-840DD50CFF16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 1: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Remov</a:t>
            </a: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ing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Unnecessary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B56A52-CC53-452D-A78B-5A60EAAAE346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114,868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B1D67-5C8F-4534-978C-CB12A258FA9B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first improvements align the kernel with exactly what the grader checks.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D0694E-1F63-41FF-8084-DF7E90BD942E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1, remove index bookkeeping: 147,734 -&gt; 114,868 cycles.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482B56-1154-4FD1-A6E5-4342FC08EEBE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grader </a:t>
            </a:r>
            <a:r>
              <a:rPr lang="en-US"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never 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checks </a:t>
            </a:r>
            <a:r>
              <a:rPr lang="en-US"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indices</a:t>
            </a:r>
            <a:r>
              <a:rPr sz="12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EC0E26-0DEF-4526-8FDF-983DB3E83014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Traversal indices still matter during execution, but they can live in scratch instead of memory between rounds.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55616-58EB-4D18-AD7F-E84689CBC5C1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before/after state diagram. Before shows index loaded/stored through memory every round plus final index write; after shows index in scratch and final index write removed. Include 147,734 -&gt; 114,868 cycle delta.]</a:t>
            </a:r>
          </a:p>
        </p:txBody>
      </p:sp>
    </p:spTree>
    <p:extLst>
      <p:ext uri="{BB962C8B-B14F-4D97-AF65-F5344CB8AC3E}">
        <p14:creationId xmlns:p14="http://schemas.microsoft.com/office/powerpoint/2010/main" val="39234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BF0DB5-0339-4408-BCB1-0ACB6FEC7D27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Stages 2 &amp; 3: Specializing for t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he Fixed Workload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57B10-EEC3-4646-88A0-8A5B15FA7F90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97,040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E9ACA-8D21-4DD5-9459-C780EE2DD420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Known benchmark shape lets the generated program remove general-purpose control and layout handling.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688C4-3C8E-47B9-8D91-5FE7FE9891E1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Stable memory pointers and workload dimensions become constants instead of runtime setup.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7ACB47-722C-41FC-A30E-F404BFBFFAD9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kernel emits the exact operation stream for all 16 known rounds instead of a runtime loop.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BAD4E-B45B-4453-87C0-A5928D7929E9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deterministic depth sequence exposes known leaf reset behavior.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A1B3E8-53C4-48BE-A4B1-5F07022753C8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Tradeoff: instruction file size grows, but the benchmark scores execution cycles.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700B4B-8A62-4692-9E6D-033A4DC9C9CC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specialization comparison. Left side generic loop with runtime layout/depth checks; right side fixed 16-step strip showing depths 0,1,2,3,4,5,6,7,8,9,10,0,1,2,3,4 and baked-in memory layout.]</a:t>
            </a:r>
          </a:p>
        </p:txBody>
      </p:sp>
    </p:spTree>
    <p:extLst>
      <p:ext uri="{BB962C8B-B14F-4D97-AF65-F5344CB8AC3E}">
        <p14:creationId xmlns:p14="http://schemas.microsoft.com/office/powerpoint/2010/main" val="175200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76E103-CEEE-448E-A883-0A679D8A060A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 4: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Leveraging SIMD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BBB5E-5C5C-4386-9418-640EB3299F85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12,285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23AF58-2F4B-42A3-8710-42053B4D7860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Vectorization is the first structural change that dramatically changes the cycle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D0B6A-2157-4490-B338-5C4CEC1C3540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SIMD vector width is 8.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E7CF1-7255-44E9-B009-648D66F2D402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batch_size = 256, so the kernel processes 32 vector groups.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36CA18-00B4-4A01-B64B-9DA81542FBD6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hash pipeline, value update, branch-bit calculation, and many index updates operate lane-wise.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16102-48D0-49CE-9E2D-7F87C7A06069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trace shifts from scalar bookkeeping toward the VALU engine as the main workhorse.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9A6D70-09B1-4703-8B58-7C5EA11A1CAF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SIMD batching. Eight scalar inputs collapse into one 8-lane vector group; 256 inputs become 32 vector groups; show value/hash/index operations applied lane-wise.]</a:t>
            </a:r>
          </a:p>
        </p:txBody>
      </p:sp>
    </p:spTree>
    <p:extLst>
      <p:ext uri="{BB962C8B-B14F-4D97-AF65-F5344CB8AC3E}">
        <p14:creationId xmlns:p14="http://schemas.microsoft.com/office/powerpoint/2010/main" val="176657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C63FCA-7BA2-4ABE-ACF8-5D6F1AF6F90F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Stages 5 &amp; 6: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Bottleneck Analysis</a:t>
            </a: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and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Memory</a:t>
            </a: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Pressure</a:t>
            </a:r>
            <a:endParaRPr sz="2100" b="1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2DFED3-B1D9-4EE3-9E90-FE72C72ADD53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11,825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0FC96-B090-4792-8D15-DC92068A6CB8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After SIMD, remaining gains come from reducing repeated memory work and regularizing I/O.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8BC64-63E9-4EE4-91E2-2755A0CB70D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5, tree caching: 12,285 -&gt; 11,856 cycles.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A74E2-72A5-42AC-9224-EA7E963019F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Upper tree nodes are reused by many inputs.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7B50B0-EFD0-4561-A01E-407C442BF772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root is touched by every input; reuse roughly halves at each tree depth.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021C9-E25C-4207-A76E-6E8ABF022943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Caching shallow nodes replaces repeated gathers with scratch/vector selects.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86C3D-BAF6-4C40-AEE5-9C2490EEC578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6, streaming value I/O: 11,856 -&gt; 11,825 cycles.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78806-B999-4796-8608-5B34175EAF58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Streaming value I/O makes address generation a compact moving-pointer pattern.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FECF3-111D-4A5C-BBDF-5BC842FDCEE5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Codebase image + PowerPoint inset: use charts/tree_cache_heatmap.svg or charts/tree_cache_heatmap_rounds.svg for reuse; add scratch-cache inset showing hot nodes moved from repeated LOADs into scratch/vector selects, plus a small streaming-pointer strip for value I/O.]</a:t>
            </a:r>
          </a:p>
        </p:txBody>
      </p:sp>
      <p:pic>
        <p:nvPicPr>
          <p:cNvPr id="14" name="Picture 13" descr="A screenshot of a graph&#10;&#10;Description automatically generated">
            <a:extLst>
              <a:ext uri="{FF2B5EF4-FFF2-40B4-BE49-F238E27FC236}">
                <a16:creationId xmlns:a16="http://schemas.microsoft.com/office/drawing/2014/main" id="{5A0E39E3-4FDA-F17F-B4AB-ED552CB69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8" y="876300"/>
            <a:ext cx="4267202" cy="273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7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B9BEF8-E941-43B9-A10D-914F88552BAD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 7: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Exposing Independent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C7B03-9CC0-4E14-951D-E1815252E9AB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8,884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71584-32E9-40BB-9B98-E0A3C81D146B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scheduler can only pack operations that look independent in scratch/register space.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9BB3-9AE3-468E-AB61-104F7601EFB5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A fully unrolled vector program has many logically independent vector groups.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63BA1-FC76-4CAC-B2D2-B02BDB3763D1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If unrelated groups reuse the same scratch names, dependency analysis treats them as serialized.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E67A2-88CA-42A2-96E2-3B047C73CF0F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Multiple temporary banks give independent groups separate scratch names.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0D1E01-F1B6-4B5D-9F0C-326CC5877CAB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This exposes more ready work before global scheduling.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4902D3-EF1F-44B2-A3FA-EC31F309015D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7 does local packing, but it is not yet the full global VLIW scheduler.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21448-60ED-47C6-9150-59201F7F74D5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false-dependency before/after. Before shows independent vector groups serialized through the same temp names; after shows multiple temp banks exposing parallel lanes of ready work.]</a:t>
            </a:r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B9DD4B1D-029F-EEE8-69D7-006A03F5C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850" y="1238132"/>
            <a:ext cx="7772400" cy="346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562E76-98CA-47C0-92EE-1A50C136D33F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Stages 8 &amp; 9: 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Pack</a:t>
            </a:r>
            <a:r>
              <a:rPr lang="en-US"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ing</a:t>
            </a:r>
            <a:r>
              <a:rPr sz="21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Independent Ops Into VLIW Slots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A1CA7-0A16-4F1F-B558-E0A04F2C6A49}"/>
              </a:ext>
            </a:extLst>
          </p:cNvPr>
          <p:cNvSpPr>
            <a:spLocks noGrp="1"/>
          </p:cNvSpPr>
          <p:nvPr/>
        </p:nvSpPr>
        <p:spPr>
          <a:xfrm>
            <a:off x="8858250" y="3619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Current: 1,184 cycles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CFB87-5A87-4014-91B6-AF078B0E73FC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final major gain comes from dependency-aware cross-engine scheduling.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97E0B-C0ED-48D9-AB06-2C8F8074C554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8, VLIW scheduling: 8,884 -&gt; 1,291 cycles.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11E8D-DB8F-48D6-ABD6-1358C6D03E3D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Stage 9, final refinements: 1,291 -&gt; 1,184 cycles.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6E9C-B6B4-4874-AE8C-79BBB09C5DA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scheduler assigns every operation an engine type and read/write sets.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A8F6C-95DA-4DD8-84BC-86170E1DAE88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RAW hazard: a consumer reads a value after a producer writes 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540F53-67DA-4006-95F3-07FA68878C00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WAW hazard: two writes to the same target must stay ordered.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8B8100-0D69-4736-9D44-2154C1D6BCCC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WAR hazard: a later write must not clobber an earlier read; final refinements relax safe same-cycle WAR cases because reads happen at cycle start and writes commit at cycle end.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56430A-5325-43AC-9335-BF49B6A0DF2D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1009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Ready operations are prioritized by critical path and packed under engine slot limits.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17E093-8C08-4245-BA28-E4BD84492E9D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 + codebase inset: draw dependency graph with RAW/WAR/WAW edges feeding a VLIW packing table; include small trace_visuals/10_final_refinements.svg inset only as proof of dense engine utilization.]</a:t>
            </a:r>
          </a:p>
        </p:txBody>
      </p:sp>
    </p:spTree>
    <p:extLst>
      <p:ext uri="{BB962C8B-B14F-4D97-AF65-F5344CB8AC3E}">
        <p14:creationId xmlns:p14="http://schemas.microsoft.com/office/powerpoint/2010/main" val="117072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51EB74-263B-4E43-A12C-7EAAB39867DB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Results: The Binding Constraint Moved Over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24E42-D421-4603-9F39-50665442C145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strongest story is not one trick; it is a sequence of bottlenecks found and removed.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B61E2-6A36-4C57-ABB4-D9AD6D32CE5E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Final result: 1,184 cycles.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2469A-102F-409C-96DE-A37B247684FF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Final speedup: approximately 124.8x over the 147,734-cycle baseline.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B1747-F08B-4E40-A01C-2B5C90B116C2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Early gains came from removing unneeded bookkeeping and memory traffic.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8B71C-516E-4579-AF0E-BC2F00AF234C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Middle gains came from specializing the fixed workload and vectorizing across the batch.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6A34B-40DC-4D5B-9305-C1D9D9886835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Late gains came from exposing independent work and scheduling it across the VLIW engines.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12F09-139B-4AFF-9EFA-7A5EA48EBAE4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The optimization ladder is useful because it shows how profiler interpretation evolved as each bottleneck moved.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C25FB1-5859-48F2-A321-2CF5BBB58389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Codebase images: use charts/optimization_ladder.svg plus charts/utilization_ladder.svg or charts/issue_density.svg; annotate the two major inflections: SIMD and VLIW scheduling.]</a:t>
            </a:r>
          </a:p>
        </p:txBody>
      </p:sp>
      <p:pic>
        <p:nvPicPr>
          <p:cNvPr id="12" name="Picture 11" descr="A graph with blue lines and white text&#10;&#10;Description automatically generated">
            <a:extLst>
              <a:ext uri="{FF2B5EF4-FFF2-40B4-BE49-F238E27FC236}">
                <a16:creationId xmlns:a16="http://schemas.microsoft.com/office/drawing/2014/main" id="{0AECD345-F4BE-460C-100F-6ABCE1C9A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89" y="147637"/>
            <a:ext cx="7772400" cy="4371975"/>
          </a:xfrm>
          <a:prstGeom prst="rect">
            <a:avLst/>
          </a:prstGeom>
        </p:spPr>
      </p:pic>
      <p:pic>
        <p:nvPicPr>
          <p:cNvPr id="14" name="Picture 13" descr="A graph of a ladder&#10;&#10;Description automatically generated with medium confidence">
            <a:extLst>
              <a:ext uri="{FF2B5EF4-FFF2-40B4-BE49-F238E27FC236}">
                <a16:creationId xmlns:a16="http://schemas.microsoft.com/office/drawing/2014/main" id="{BDE568B6-346D-D506-A8C8-E2009F97C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4" y="1314450"/>
            <a:ext cx="7772400" cy="4371975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FD66EB9F-D1EE-E392-FAC4-CD1CC775A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541" y="2247841"/>
            <a:ext cx="7772400" cy="346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4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4B8B8C-4415-492E-AE26-2DF24299A1E5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AB4F7-2426-4B28-B952-B6594964A0DA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final kernel is fast because it is intentionally specialized; that creates real engineering tradeoffs.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D2200-42B6-45AF-9604-9CC6EFFD794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Highly specialized workload: the generated kernel assumes forest_height = 10, rounds = 16, batch_size = 256, and a stable memory layout.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DC87B6-B6D3-49FC-B93F-AACEC64D1FB9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1009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Generated code size increases: unrolling and specialization remove runtime overhead but produce a larger instruction stream.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B6F12-B19E-4A2F-AB4C-9080DE0E99C2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1009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Scheduler is heuristic: it uses dependency analysis and priority rules, but it is not an optimal solver.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9099D2-0D19-4BAB-A5A8-EE85B31B5DD4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009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Scratch allocation is manually tuned: temp banks expose parallelism, but the current allocator is not a full liveness-aware register coloring pass.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3953E-1D73-4CB9-993A-195AECD2E01D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10096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Profiler interpretation is still manual: Perfetto traces guided the optimization path, but bottleneck classification and goodput metrics are not fully automated.</a:t>
            </a:r>
          </a:p>
        </p:txBody>
      </p:sp>
    </p:spTree>
    <p:extLst>
      <p:ext uri="{BB962C8B-B14F-4D97-AF65-F5344CB8AC3E}">
        <p14:creationId xmlns:p14="http://schemas.microsoft.com/office/powerpoint/2010/main" val="956219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B65EAD-FA86-4663-9FE9-DF4DA5A67DF1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ED352-275A-4909-BC61-404AC4119364}"/>
              </a:ext>
            </a:extLst>
          </p:cNvPr>
          <p:cNvSpPr>
            <a:spLocks noGrp="1"/>
          </p:cNvSpPr>
          <p:nvPr/>
        </p:nvSpPr>
        <p:spPr>
          <a:xfrm>
            <a:off x="476250" y="87630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Turn the one-kernel optimization into a more systematic compiler pipeline.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5EEF54-F85C-448A-BA70-C2E286DDCD0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09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Register coloring: use liveness analysis to assign scratch locations systematically and reduce false dependencies.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714DC-72DD-49D3-BE68-D598E1307222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1009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Goodput calculator: compute useful work per cycle, engine utilization, idle slots, memory pressure, and stall categories directly from traces.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38036-8126-4030-A359-29C5580191C3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1009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Profiler/tooling automation: automatically identify bubbles, saturated engines, load/store bottlenecks, and before/after deltas.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F0D15-34BE-4DE6-81D0-BA49A656A370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009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Automated schedule search: explore scheduler priorities, tie-breaks, and packing choices programmatically.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38DD8-8FFD-418B-B28A-2B11081D5E65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1009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• Formalized dependency model: represent every instruction as a graph node with explicit reads, writes, engine constraints, and RAW/WAR/WAW edges. Use the graph to prove schedule correctness and search for better VLIW packing.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F4E87F-EF96-413E-A978-F25EFC8AC1D7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000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[Placeholder: PowerPoint diagram: compiler pipeline roadmap: trace metrics -&gt; dependency graph -&gt; register coloring -&gt; scheduler search -&gt; verified VLIW program.]</a:t>
            </a:r>
          </a:p>
        </p:txBody>
      </p:sp>
    </p:spTree>
    <p:extLst>
      <p:ext uri="{BB962C8B-B14F-4D97-AF65-F5344CB8AC3E}">
        <p14:creationId xmlns:p14="http://schemas.microsoft.com/office/powerpoint/2010/main" val="5309288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D10C11-0C4F-6342-AB6B-2025E85D67F8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2014</Words>
  <Application>Microsoft Macintosh PowerPoint</Application>
  <DocSecurity>0</DocSecurity>
  <PresentationFormat>Widescreen</PresentationFormat>
  <Paragraphs>124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 schumacher</cp:lastModifiedBy>
  <cp:revision>1</cp:revision>
  <dcterms:created xsi:type="dcterms:W3CDTF">2026-06-11T19:37:14Z</dcterms:created>
  <dcterms:modified xsi:type="dcterms:W3CDTF">2026-06-11T22:41:44Z</dcterms:modified>
</cp:coreProperties>
</file>